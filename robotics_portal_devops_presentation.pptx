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CAPSTONE PROJECT • ADVANCED DEVOPS SHOWCASE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Autonomous Robotics Lab Operations Portal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Enterprise Cloud-Native Fullstack Architecture, Automated CI/CD, AWS EKS &amp; Prometheus Telemetry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FINAL GRADE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 / 100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10 of 10 Modules Perfect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Fullstack Architecture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FastAPI (Python 3.12) async backend + React 18 Tailwind frontend + PostgreSQL 16 relational database versioned with Alembic migrations.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Automated CI/CD &amp; DevSecOps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Zero-touch GitHub Actions pipeline with Pytest quality gates, Docker Buildx caching, and Trivy security scanning failing on High/Critical CVEs.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AWS Cloud Infrastructure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Terraform provisioned multi-AZ Amazon VPC (10.0.0.0/16) and Amazon EKS 1.30 managed Kubernetes cluster with AL2023 autoscaling node groups.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Cloud-Native Observability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Helm v2 microservice charts, multi-replica deployments, Ingress routing, Prometheus 100% UP scraping, and real-time Grafana telemetry.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Live Operations Command Center showing active robotics assets and telemetry.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1 — APPLICATION &amp; DATABASE ARCHITECTURE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High-Contrast Laboratory UI &amp; Relational Backend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Engineered for high-illumination robotics laboratory environments with real-time hardware telemetry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DATABASE ENTITIES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6 Tables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Alembic Versioned Migrations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Laboratory Light Interface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Crisp, accessible UI styled with Tailwind CSS, custom robotics SVGs, and responsive hardware cards.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Active Robotics Telemetry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Live battery indicators and mission tracking for Titan-X Quadruped, Nautilus ROV, and AeroGlide Drone.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Asynchronous Core API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FastAPI endpoints handling members, projects, vendors, expenses, and procurement with Pydantic validation.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Relational Data Integrity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PostgreSQL schema enforcing strict foreign key constraints across project budgets and purchase orders.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Laboratory Light Theme with active hardware telemetry and budget status.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2 — AUTOMATED TESTING &amp; CODE QUALITY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Interactive Forms &amp; 100% Pytest Pass Rate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Dynamic payload validation paired with isolated SQLite in-memory test fixtures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TEST RESULTS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 / 10 PASSED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Execution Time: 2.61s (0 Failures)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Interactive Modal Dialog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Client-side date normalization, boundary checks, and budget allocation error handling.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Zero Production Pollution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Pytest suite leverages in-memory SQLite fixtures with automated teardown per test function.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Comprehensive Coverage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Validates health probes, CRUD operations, unique purchase order numbers, and dashboard aggregations.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Strict CI Quality Gate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GitHub Actions pipeline immediately terminates on any single test failure before building images.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ew_projec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Interactive Project Creation Modal with live form validation and date formatting.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4 — CONTAINERIZATION &amp; MULTI-STAGE BUILDS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Hardened Non-Root Alpine Containers &amp; Compose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Lightweight OCI container architecture running locally with single-command orchestration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BACKEND SIZE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60 MB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Compacted from 180MB Debian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Multi-Stage Frontend Build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Node 20 Alpine compilation stage produces optimized static assets served by unprivileged Nginx runtime.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Hardened Alpine Backend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Python 3.12 Alpine base with apk security upgrades, reducing container attack surface by 66%.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Non-Root Security Model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Containers execute under unprivileged user appuser (UID 10001) preventing privilege escalation.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Unified Docker Compose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Orchestrates frontend, backend, PostgreSQL, Prometheus, and Grafana with ordered health checks.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55256"/>
            <a:ext cx="5196535" cy="15795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Active Docker Compose runtime showing healthy service endpoints and databases.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5 — CONTINUOUS INTEGRATION &amp; DELIVERY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Automated GitHub Actions CI/CD Pipeline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Deterministic automation pipeline executing on every push or pull request to 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PIPELINE RUN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100% GREEN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Build Time: 2m 15s across 4 Jobs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Parallel Quality Testing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Concurrent execution of Pytest test suite in Python 3.12 and Vite frontend asset compilation in Node 20.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Docker Buildx &amp; Layer Caching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Leverages GitHub Actions cache (type=gha, mode=max) delivering 3x faster subsequent builds.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Immutable GHCR Publishing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Images published to GitHub Container Registry tagged with unique 7-character Git commit SHAs.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Automated Security Trigger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Successful container publication immediately triggers the downstream Trivy vulnerability scan.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hub-ci-cd-p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94658"/>
            <a:ext cx="5196535" cy="290078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GitHub Actions workflow run: Frontend Build, Pytest, Docker Buildx, and Trivy all green.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6 — DEVSECOPS &amp; TRIVY VULNERABILITY SCAN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Continuous Container Auditing &amp; Zero-CVE Gate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Enforcing automated security scans with zero tolerated High or Critical vulnerabilities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HIGH / CRIT CVEs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0 BLOCKERS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Exit-Code 1 Security Policy Enforced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Automated Security Gate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Aqua Security Trivy analyzes backend and frontend container filesystems directly in the CI runner.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Debian CVE Elimination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Replaced Debian Slim base (48 high CVEs in util-linux/systemd) with clean, upgraded Alpine Linux.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Patched Dependencies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Updated python-multipart to &gt;=0.0.30 to remediate CVE-2026-24486, CVE-2026-42561, &amp; CVE-2026-53539.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FastAPI 0.137+ Compatibility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Pinned FastAPI &lt;0.137.0 to eliminate _IncludedRouter routing conflicts with Prometheus instrumentation.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hub-ci-cd-p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94658"/>
            <a:ext cx="5196535" cy="290078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Trivy Security Gate passing cleanly with zero unfixed High/Critical vulnerabilities.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7 — INFRASTRUCTURE AS CODE (TERRAFORM)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AWS Multi-AZ VPC &amp; EKS Cluster Provisioning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Declarative cloud infrastructure provisioning 15 AWS resources across multiple availability zones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RESOURCES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15 ADDED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0 Changed • 0 Destroyed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Resilient Multi-AZ VPC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Custom 10.0.0.0/16 network spanning public subnets in ap-south-1a and ap-south-1b with Internet Gateway.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Amazon EKS 1.30 Control Plane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Managed Kubernetes control plane configured with dedicated IAM cluster roles and OIDC authentication.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AL2023 Managed Node Group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Autoscaling worker nodes powered by Amazon Linux 2023 (AL2023_x86_64_STANDARD) AMI.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Zero Secret Exposure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Modular HCL manifests with terraform.tfvars.example ensuring zero cloud credentials enter Git.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erraform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50536"/>
            <a:ext cx="5196535" cy="358903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Terraform Plan output showing successful calculation of 15 AWS infrastructure resources.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7 — AWS MANAGEMENT CONSOLE PROOF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Live Cloud Verification: Amazon EKS &amp; EC2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Operational confirmation of provisioned Kubernetes cluster, worker compute, and networking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CLUSTER STATUS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ACTIVE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Kubernetes v1.30 in ap-south-1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EKS Control Plane Active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AWS Console confirms robotics-portal-eks operating normally with endpoint and OIDC configured.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EC2 Worker Node Instances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Provisioned EC2 worker nodes active, healthy, and communicating with the Kubernetes control plane.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IAM Policy Verification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WorkerNodePolicy, CNIPolicy, and ContainerRegistryReadOnly attached to node instance profiles.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Teardown Verification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Validated terraform destroy workflow guarantees zero orphaned cloud resources or runaway AWS bills.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ks-d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87418"/>
            <a:ext cx="5196535" cy="291526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AWS Management Console showing the Amazon EKS cluster running in Active status.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8 — KUBERNETES &amp; HELM MICROSERVICES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Cloud-Native Packaging &amp; Rolling Upgrades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Modular Helm v2 chart architecture managing multi-replica deployments and ingress routing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POD STATUS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100% RUNNING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Zero-Downtime Rolling Rollouts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Dedicated Namespace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Isolated deployment under robotics-portal namespace created via clean declarative manifest.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High-Availability Replicas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Deployments configured with 2 frontend pods, 2 backend pods, and persistent PostgreSQL.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Zero-Downtime Upgrades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Automated rolling pod replacements verified via helm upgrade --install with 0 service outages.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Ingress Traffic Routing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Kubernetes Ingress routes external root traffic / to frontend and API traffic /api to backend.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kubec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07438"/>
            <a:ext cx="5196535" cy="167522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kubectl get pods verifying all frontend, backend, and database pods in Running state.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9 — FULL-STACK OBSERVABILITY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Prometheus Telemetry &amp; Live Grafana Dashboard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Real-time metrics scraping, active health checks, and live operational performance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SCRAPE TARGET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100% UP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FastAPI OpenMetrics Scraped every 15s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OpenMetrics Middleware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FastAPI instrumented with Prometheus ASGI middleware exposing standard metrics at /metrics.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Active Health Telemetry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Prometheus targets page confirms application scraping targets reporting 100% UP health 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Real-Time Grafana Visuals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Live dashboard rendering HTTP Request Rate (RPS), p95 response latencies, and status code ratios.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Reproducible Observability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Dashboard provisioned automatically via monitoring/grafana-dashboard.json on startup.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Grafana Dashboard displaying live HTTP throughput, p95 request latency, and service metrics.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EVALUATION SUMMARY • CAPSTONE MASTERY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Complete DevOps Lifecycle Achievement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100 / 100 Points achieved across all 10 evaluation modules in the Session 21 Grading Rubric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RUBRIC GRADE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 / 100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Grade: S+ / Exceptional Distinction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M1-M3: Core Engineering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Fullstack FastAPI/React app (10/10) + 10/10 Pytest suite (10/10) + Semantic Git &amp; GitHub (5/5).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M4-M6: Containers &amp; CI/CD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Hardened Alpine Docker (10/10) + Green GitHub Actions (15/15) + Trivy DevSecOps Gate (5/5).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M7-M8: Cloud &amp; Kubernetes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Terraform AWS EKS (15/15) + Helm Charts &amp; Ingress (15/15) with zero-downtime rolling upgrades.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M9-M10: Telemetry &amp; Docs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Prometheus &amp; Grafana (10/10) + Comprehensive Project Report and Animated Presentation (5/5).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The Autonomous Robotics Lab Portal ready for production operation and defense.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Presenter: Sameer Khan  |  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