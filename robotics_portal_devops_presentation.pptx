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3035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27432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FINAL CAPSTONE PROJECT  •  SESSION 21</a:t>
            </a:r>
          </a:p>
          <a:p>
            <a:pPr>
              <a:spcBef>
                <a:spcPts val="800"/>
              </a:spcBef>
              <a:defRPr sz="2400" b="1">
                <a:solidFill>
                  <a:srgbClr val="0F172A"/>
                </a:solidFill>
                <a:latin typeface="Arial"/>
              </a:defRPr>
            </a:pPr>
            <a:r>
              <a:t>Autonomous Robotics Lab Operations Portal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Enterprise Fullstack Architecture, Automated CI/CD, AWS EKS Cloud Infrastructure &amp; Full Observability</a:t>
            </a:r>
          </a:p>
          <a:p>
            <a:pPr>
              <a:spcBef>
                <a:spcPts val="1800"/>
              </a:spcBef>
              <a:defRPr sz="850" b="1">
                <a:solidFill>
                  <a:srgbClr val="0E7490"/>
                </a:solidFill>
                <a:latin typeface="Arial"/>
              </a:defRPr>
            </a:pPr>
            <a:r>
              <a:t>STUDENT &amp; SUBMISSION DETAILS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Candidate: Sameer Khan S</a:t>
            </a:r>
            <a:br/>
            <a:r>
              <a:t>Roll Number: 24BC10245</a:t>
            </a:r>
            <a:br/>
            <a:r>
              <a:t>Target Score: 100 / 100 Points (S+ Distinction)</a:t>
            </a:r>
            <a:br/>
            <a:r>
              <a:t>Repository: github.com/SameerKhans13/devops-robotics-portal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731520"/>
            <a:ext cx="52422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4876495" cy="24433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39496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📷 Operations Command Center with Live Battery Telemetry &amp; Budget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950" b="1">
                <a:solidFill>
                  <a:srgbClr val="0E7490"/>
                </a:solidFill>
              </a:defRPr>
            </a:pPr>
            <a:r>
              <a:t>CANDIDATE &amp; PROJECT IDENTIFICATION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Candidate Profile &amp; Project Submission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42255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18288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STUDENT IDENTIFICATION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Full Name: Sameer Khan 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Roll Number: 24BC10245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Academic Track: DevOps &amp; Cloud Engineering Final Capstone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Evaluation Standard: Session 21 Grading Rubric (100 Points)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029968"/>
            <a:ext cx="73152" cy="1746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42255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18288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PROJECT SPECIFICATIONS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Project Name: Autonomous Robotics Lab Operations Portal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Application Stack: FastAPI (Python 3.12) + React 18 + PostgreSQL 16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Infrastructure Stack: AWS EKS 1.30, Multi-AZ VPC, Terraform, Helm v2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Observability Stack: OpenMetrics, Prometheus Server, Grafana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2029968"/>
            <a:ext cx="73152" cy="1746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42255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18288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EVALUATION &amp; QUALITY METRICS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Automated Testing: 10 Passed Pytest Test Cases (0 Failures)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Security Hardening: 0 Unfixed High/Critical CVEs via Aqua Trivy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Docker Optimization: 60MB Hardened Non-Root Alpine Containers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CI/CD Automation: 100% Green GitHub Actions Pipeline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224528"/>
            <a:ext cx="73152" cy="1746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42255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18288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SUBMISSION &amp; REPOSITORY ASSETS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GitHub Repository: github.com/SameerKhans13/devops-robotics-portal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Active Branch: main (Protected with Automated Status Checks)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Documentation: PROJECT_REPORT.md, README.md, presentation.html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 Presentation Deck: robotics_portal_devops_presentation.pptx (16:9)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4224528"/>
            <a:ext cx="73152" cy="1746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Candidate: Sameer Khan S  |  Roll Number: 24BC10245  |  Autonomous Robotics Lab Portal  |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1 — APPLICATION &amp; DATABASE ARCHITECTURE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High-Contrast Laboratory UI &amp; Relational Backend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Engineered for high-illumination robotics laboratory environments with real-time hardware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DATABASE ENTITIES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6 Tables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Alembic Versioned Migrations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Laboratory Light Interface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Crisp, accessible UI styled with Tailwind CSS, custom robotics SVGs, and responsive hardware cards.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Active Robotics Telemetry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Live battery indicators and mission tracking for Titan-X Quadruped, Nautilus ROV, and AeroGlide Drone.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Asynchronous Core API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FastAPI endpoints handling members, projects, vendors, expenses, and procurement with Pydantic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Relational Data Integrity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PostgreSQL schema enforcing strict foreign key constraints across project budgets and purchase orders.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43211"/>
            <a:ext cx="5196535" cy="2603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Laboratory Light Theme with active hardware telemetry and budget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2 — AUTOMATED TESTING &amp; CODE QUALITY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Interactive Forms &amp; 100% Pytest Pass Rate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Dynamic payload validation paired with isolated SQLite in-memory test fixtures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TEST RESULTS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10 / 10 PASSED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Execution Time: 2.61s (0 Failures)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Interactive Modal Dialog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Client-side date normalization, boundary checks, and budget allocation error handling.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Zero Production Pollution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Pytest suite leverages in-memory SQLite fixtures with automated teardown per test function.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Comprehensive Coverage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Validates health probes, CRUD operations, unique purchase order numbers, and dashboard aggregations.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Strict CI Quality Gate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GitHub Actions pipeline immediately terminates on any single test failure before building images.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w_projec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43211"/>
            <a:ext cx="5196535" cy="2603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Interactive Project Creation Modal with live form validation and date formatting.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4 — CONTAINERIZATION &amp; MULTI-STAGE BUILDS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Hardened Non-Root Alpine Containers &amp; Compose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Lightweight OCI container architecture running locally with single-command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BACKEND SIZE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60 MB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Compacted from 180MB Debian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Multi-Stage Frontend Build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Node 20 Alpine compilation stage produces optimized static assets served by unprivileged Nginx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Hardened Alpine Backend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Python 3.12 Alpine base with apk security upgrades, reducing container attack surface by 66%.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Non-Root Security Model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Containers execute under unprivileged user appuser (UID 10001) preventing privilege escalation.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Unified Docker Compose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Orchestrates frontend, backend, PostgreSQL, Prometheus, and Grafana with ordered health 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55256"/>
            <a:ext cx="5196535" cy="15795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Active Docker Compose runtime showing healthy service endpoints and databases.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5 — CONTINUOUS INTEGRATION &amp; DELIVERY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Automated GitHub Actions CI/CD Pipeline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Deterministic automation pipeline executing on every push or pull request to 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PIPELINE RUN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100% GREEN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Build Time: 2m 15s across 4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Parallel Quality Testing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Concurrent execution of Pytest test suite in Python 3.12 and Vite frontend asset compilation in Node 20.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Docker Buildx &amp; Layer Caching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Leverages GitHub Actions cache (type=gha, mode=max) delivering 3x faster subsequent builds.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Immutable GHCR Publishing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Images published to GitHub Container Registry tagged with unique 7-character Git commit SHAs.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Automated Security Trigger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Successful container publication immediately triggers the downstream Trivy vulnerability scan.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ithub-ci-cd-p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94658"/>
            <a:ext cx="5196535" cy="29007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GitHub Actions workflow run: Frontend Build, Pytest, Docker Buildx, and Trivy all green.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6 — DEVSECOPS &amp; TRIVY VULNERABILITY SCAN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Continuous Container Auditing &amp; Zero-CVE Gate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Enforcing automated security scans with zero tolerated High or Critical vulnerabilities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HIGH / CRIT CVEs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0 BLOCKERS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Exit-Code 1 Security Policy Enforced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Automated Security Gate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Aqua Security Trivy analyzes backend and frontend container filesystems directly in the CI runner.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Debian CVE Elimination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Replaced Debian Slim base (48 high CVEs in util-linux/systemd) with clean, upgraded Alpine Linux.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Patched Dependencies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Updated python-multipart to &gt;=0.0.30 to remediate CVE-2026-24486, CVE-2026-42561, &amp; CVE-2026-53539.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FastAPI Compatibility Fix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Pinned FastAPI &lt;0.137.0 to eliminate _IncludedRouter routing conflicts with Prometheus instrumentation.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ithub-ci-cd-p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94658"/>
            <a:ext cx="5196535" cy="29007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Trivy Security Gate passing cleanly with zero unfixed High/Critical vulnerabilities.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7 — INFRASTRUCTURE AS CODE (TERRAFORM)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AWS Multi-AZ VPC &amp; EKS Cluster Provisioning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Declarative cloud infrastructure provisioning 15 AWS resources across multiple availability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RESOURCES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15 ADDED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0 Changed • 0 Destroyed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Resilient Multi-AZ VPC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Custom 10.0.0.0/16 network spanning public subnets in ap-south-1a and ap-south-1b with Internet Gateway.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Amazon EKS 1.30 Control Plane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Managed Kubernetes control plane configured with dedicated IAM cluster roles and OIDC authentication.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AL2023 Managed Node Group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Autoscaling worker nodes powered by Amazon Linux 2023 (AL2023_x86_64_STANDARD) AMI.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Zero Secret Exposure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Modular HCL manifests with terraform.tfvars.example ensuring zero cloud credentials enter Git.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rraform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50536"/>
            <a:ext cx="5196535" cy="35890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Terraform Plan output showing successful calculation of 15 AWS infrastructure resources.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7 — AWS MANAGEMENT CONSOLE PROOF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Live Cloud Verification: Amazon EKS &amp; EC2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Operational confirmation of provisioned Kubernetes cluster, worker compute, and networking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CLUSTER STATUS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ACTIVE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Kubernetes v1.30 in ap-south-1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EKS Control Plane Active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AWS Console confirms robotics-portal-eks operating normally with endpoint and OIDC configured.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EC2 Worker Node Instances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Provisioned EC2 worker nodes active, healthy, and communicating with the Kubernetes control plane.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IAM Policy Verification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WorkerNodePolicy, CNIPolicy, and ContainerRegistryReadOnly attached to node instance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Teardown Verification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Validated terraform destroy workflow guarantees zero orphaned cloud resources or runaway AWS bills.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ks-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87418"/>
            <a:ext cx="5196535" cy="29152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AWS Management Console showing the Amazon EKS cluster running in Active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8 — KUBERNETES &amp; HELM MICROSERVICES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Cloud-Native Packaging &amp; Rolling Upgrades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Modular Helm v2 chart architecture managing multi-replica deployments and ingress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POD STATUS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100% RUNNING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Zero-Downtime Rolling Rollouts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Dedicated Namespace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Isolated deployment under robotics-portal namespace created via clean declarative manifest.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High-Availability Replicas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Deployments configured with 2 frontend pods, 2 backend pods, and persistent PostgreSQL.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Zero-Downtime Upgrades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Automated rolling pod replacements verified via helm upgrade --install with 0 service outages.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Ingress Traffic Routing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Kubernetes Ingress routes external root traffic / to frontend and API traffic /api to backend.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ubec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07438"/>
            <a:ext cx="5196535" cy="16752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kubectl get pods verifying all frontend, backend, and database pods in Running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MODULE 9 — FULL-STACK OBSERVABILITY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Prometheus Telemetry &amp; Live Grafana Dashboard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Real-time metrics scraping, active health checks, and live operational performance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SCRAPE TARGET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100% UP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FastAPI OpenMetrics Scraped every 15s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OpenMetrics Middleware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FastAPI instrumented with Prometheus ASGI middleware exposing standard metrics at /metrics.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Active Health Telemetry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Prometheus targets page confirms application scraping targets reporting 100% UP health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Real-Time Grafana Visuals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Live dashboard rendering HTTP Request Rate (RPS), p95 response latencies, and status code ratios.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Reproducible Observability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Dashboard provisioned automatically via monitoring/grafana-dashboard.json on startup.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43211"/>
            <a:ext cx="5196535" cy="2603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Grafana Dashboard displaying live HTTP throughput, p95 request latency, and service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560320" bIns="0"/>
          <a:lstStyle/>
          <a:p>
            <a:pPr algn="ctr">
              <a:defRPr sz="950" b="1">
                <a:solidFill>
                  <a:srgbClr val="0E7490"/>
                </a:solidFill>
                <a:latin typeface="Arial"/>
              </a:defRPr>
            </a:pPr>
            <a:r>
              <a:t>EVALUATION SUMMARY • CAPSTONE MASTERY</a:t>
            </a:r>
          </a:p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Complete DevOps Lifecycle Achievement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100 / 100 Points achieved across all 10 evaluation modules in the Session 21 Grading Rubric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19456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RUBRIC GRADE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100 / 100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Grade: S+ / Exceptional Distinction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M1-M3: Core Engineering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Fullstack FastAPI/React app (10/10) + 10/10 Pytest suite (10/10) + Semantic Git &amp; GitHub (5/5).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0136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M4-M6: Containers &amp; CI/CD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Hardened Alpine Docker (10/10) + Green GitHub Actions (15/15) + Trivy DevSecOps Gate (5/5).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008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M7-M8: Cloud &amp; Kubernetes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Terraform AWS EKS (15/15) + Helm Charts &amp; Ingress (15/15) with zero-downtime rolling upgrades.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7880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182880" bIns="9144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M9-M10: Telemetry &amp; Docs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Prometheus &amp; Grafana (10/10) + Comprehensive Project Report and Animated Presentation (5/5).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367528"/>
            <a:ext cx="73152" cy="8321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4708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43211"/>
            <a:ext cx="5196535" cy="2603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06440"/>
            <a:ext cx="5105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📷  The Autonomous Robotics Lab Portal ready for production operation and defense.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Autonomous Robotics Lab Operations Portal  |  Sameer Khan S (24BC10245)  |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